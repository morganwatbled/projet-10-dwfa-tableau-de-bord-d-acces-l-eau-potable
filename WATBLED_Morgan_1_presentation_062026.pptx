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ira Sans Extra Condensed Medium"/>
      <p:regular r:id="rId15"/>
      <p:bold r:id="rId16"/>
      <p:italic r:id="rId17"/>
      <p:boldItalic r:id="rId18"/>
    </p:embeddedFont>
    <p:embeddedFont>
      <p:font typeface="Fira Sans Extra Condensed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SemiBold-bold.fntdata"/><Relationship Id="rId11" Type="http://schemas.openxmlformats.org/officeDocument/2006/relationships/slide" Target="slides/slide6.xml"/><Relationship Id="rId22" Type="http://schemas.openxmlformats.org/officeDocument/2006/relationships/font" Target="fonts/FiraSansExtraCondensedSemiBold-boldItalic.fntdata"/><Relationship Id="rId10" Type="http://schemas.openxmlformats.org/officeDocument/2006/relationships/slide" Target="slides/slide5.xml"/><Relationship Id="rId21" Type="http://schemas.openxmlformats.org/officeDocument/2006/relationships/font" Target="fonts/FiraSansExtraCondensed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iraSansExtraCondensedMedium-regular.fntdata"/><Relationship Id="rId14" Type="http://schemas.openxmlformats.org/officeDocument/2006/relationships/slide" Target="slides/slide9.xml"/><Relationship Id="rId17" Type="http://schemas.openxmlformats.org/officeDocument/2006/relationships/font" Target="fonts/FiraSansExtraCondensedMedium-italic.fntdata"/><Relationship Id="rId16" Type="http://schemas.openxmlformats.org/officeDocument/2006/relationships/font" Target="fonts/FiraSansExtraCondensedMedium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SansExtraCondensedSemiBold-regular.fntdata"/><Relationship Id="rId6" Type="http://schemas.openxmlformats.org/officeDocument/2006/relationships/slide" Target="slides/slide1.xml"/><Relationship Id="rId18" Type="http://schemas.openxmlformats.org/officeDocument/2006/relationships/font" Target="fonts/FiraSansExtraCondensed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eb295b2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eb295b2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4eb295b2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4eb295b2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eb295b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4eb295b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eb295b2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eb295b2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eb295b2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eb295b2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eb295b2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eb295b2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eb295b2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eb295b2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eb295b2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4eb295b2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437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Études</a:t>
            </a: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sur l’accès à l’eau potable dans le monde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26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388" y="2610350"/>
            <a:ext cx="5103225" cy="179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Avec</a:t>
            </a: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ces Tables on réalise notre étude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25" y="1244825"/>
            <a:ext cx="5562950" cy="142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863" y="1223413"/>
            <a:ext cx="3030657" cy="14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4450" y="2912625"/>
            <a:ext cx="3417023" cy="14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525" y="2912625"/>
            <a:ext cx="2924200" cy="14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5150" y="2900587"/>
            <a:ext cx="2373879" cy="14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6368675" y="409000"/>
            <a:ext cx="219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352900" y="204500"/>
            <a:ext cx="420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62825" y="30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Toute ces données seront utilisé dans l’application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065226"/>
            <a:ext cx="8384426" cy="19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5300" y="1085100"/>
            <a:ext cx="3696997" cy="19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8476" y="1135100"/>
            <a:ext cx="2173976" cy="18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375" y="1135107"/>
            <a:ext cx="2265875" cy="181273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Notre </a:t>
            </a: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schéma</a:t>
            </a: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en étoile qui va lier toute nos données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25" y="1091775"/>
            <a:ext cx="7634908" cy="35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56425" y="18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Avec ce cahier de charge on va pouvoir établir nos priorités pour nos vues 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 b="-8760" l="-1380" r="1380" t="8760"/>
          <a:stretch/>
        </p:blipFill>
        <p:spPr>
          <a:xfrm>
            <a:off x="407225" y="1799750"/>
            <a:ext cx="3711975" cy="25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850" y="1631350"/>
            <a:ext cx="3418100" cy="283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25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On a des informations beaucoup plus </a:t>
            </a: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générale</a:t>
            </a: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pour la vue Monde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00" y="898475"/>
            <a:ext cx="7481728" cy="420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500550" y="269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On regarde avec plus de détails, les liaisons entre nos données</a:t>
            </a:r>
            <a:endParaRPr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200" y="842425"/>
            <a:ext cx="7349976" cy="3917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191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On va regarder plus en détails en donnant l’importance entre rural/urbain et Masclulin/feminin</a:t>
            </a:r>
            <a:endParaRPr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588" y="1040150"/>
            <a:ext cx="6948825" cy="39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